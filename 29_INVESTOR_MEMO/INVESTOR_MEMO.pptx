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WASTE | Category: WASTE_MANAGEMENT</a:t>
            </a:r>
          </a:p>
          <a:p>
            <a:r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Waste routing and scheduling optimizer without data egress. Cloud-hosted alternatives leak data by architecture; Anticloud FZ LLE delivers WASTE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 (https://github.com/nicedoc/wasteconnections,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WASTE_MANAGEMENT;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